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1d9112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1d9112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6ee7dff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46ee7dff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d9c6705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d9c6705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d9c67055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d9c67055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7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2" l="0" r="0" t="4363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7" l="9051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7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775" y="1073176"/>
            <a:ext cx="4685476" cy="468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>
            <p:ph type="ctrTitle"/>
          </p:nvPr>
        </p:nvSpPr>
        <p:spPr>
          <a:xfrm>
            <a:off x="729450" y="1322450"/>
            <a:ext cx="37878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Wanderly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Location-Aware Travel App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("Plan less, </a:t>
            </a:r>
            <a:r>
              <a:rPr lang="en" sz="1100"/>
              <a:t>e</a:t>
            </a:r>
            <a:r>
              <a:rPr lang="en" sz="1100"/>
              <a:t>xplore more")</a:t>
            </a:r>
            <a:endParaRPr sz="1100"/>
          </a:p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729600" y="2921750"/>
            <a:ext cx="37878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Aidan Xu &amp; Shrey Devkar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CS501 E1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5/5/26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8553" y="373320"/>
            <a:ext cx="2154000" cy="4497900"/>
          </a:xfrm>
          <a:prstGeom prst="roundRect">
            <a:avLst>
              <a:gd fmla="val 7032" name="adj"/>
            </a:avLst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7701" y="183675"/>
            <a:ext cx="4955654" cy="49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statement</a:t>
            </a:r>
            <a:endParaRPr sz="3000"/>
          </a:p>
        </p:txBody>
      </p:sp>
      <p:sp>
        <p:nvSpPr>
          <p:cNvPr id="145" name="Google Shape;145;p18"/>
          <p:cNvSpPr txBox="1"/>
          <p:nvPr>
            <p:ph idx="2" type="body"/>
          </p:nvPr>
        </p:nvSpPr>
        <p:spPr>
          <a:xfrm>
            <a:off x="5174225" y="1318650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Planning a day in a new place is a mess.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Planning </a:t>
            </a:r>
            <a:r>
              <a:rPr lang="en"/>
              <a:t>a single day in a </a:t>
            </a:r>
            <a:r>
              <a:rPr b="1" lang="en"/>
              <a:t>new city</a:t>
            </a:r>
            <a:r>
              <a:rPr lang="en"/>
              <a:t> means jumping  between Maps, weather apps, review sites, and Wikipedia — then trying to </a:t>
            </a:r>
            <a:r>
              <a:rPr b="1" lang="en"/>
              <a:t>stitch it</a:t>
            </a:r>
            <a:r>
              <a:rPr lang="en"/>
              <a:t> all into a schedule that </a:t>
            </a:r>
            <a:r>
              <a:rPr b="1" lang="en"/>
              <a:t>actually fits</a:t>
            </a:r>
            <a:r>
              <a:rPr lang="en"/>
              <a:t> the day. Most people </a:t>
            </a:r>
            <a:r>
              <a:rPr b="1" lang="en"/>
              <a:t>give up halfway</a:t>
            </a:r>
            <a:r>
              <a:rPr lang="en"/>
              <a:t> and end up </a:t>
            </a:r>
            <a:r>
              <a:rPr b="1" lang="en"/>
              <a:t>wandering aimlessly</a:t>
            </a:r>
            <a:r>
              <a:rPr lang="en"/>
              <a:t>, eating </a:t>
            </a:r>
            <a:r>
              <a:rPr b="1" lang="en"/>
              <a:t>mediocre food</a:t>
            </a:r>
            <a:r>
              <a:rPr lang="en"/>
              <a:t>, or missing the </a:t>
            </a:r>
            <a:r>
              <a:rPr b="1" lang="en"/>
              <a:t>best spots</a:t>
            </a:r>
            <a:r>
              <a:rPr lang="en"/>
              <a:t> right around the corner.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Locates you — live </a:t>
            </a:r>
            <a:r>
              <a:rPr b="1" lang="en"/>
              <a:t>GPS-aware</a:t>
            </a:r>
            <a:r>
              <a:rPr lang="en"/>
              <a:t> recommendations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Surfaces what's worth your time — ratings, photos, weather, and the story behind each place                  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Plans the whole day — </a:t>
            </a:r>
            <a:r>
              <a:rPr b="1" lang="en"/>
              <a:t>interest-based itinerary</a:t>
            </a:r>
            <a:r>
              <a:rPr lang="en"/>
              <a:t> with meals, activities, costs, and timings                     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Gets you there — </a:t>
            </a:r>
            <a:r>
              <a:rPr b="1" lang="en"/>
              <a:t>routes drawn</a:t>
            </a:r>
            <a:r>
              <a:rPr lang="en"/>
              <a:t> on the in-app map, one-tap handoff to Google Maps                                   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Searches by name or category — find a </a:t>
            </a:r>
            <a:r>
              <a:rPr b="1" lang="en"/>
              <a:t>specific spot</a:t>
            </a:r>
            <a:r>
              <a:rPr lang="en"/>
              <a:t> or a </a:t>
            </a:r>
            <a:r>
              <a:rPr b="1" lang="en"/>
              <a:t>whole vibe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Introducing, Wanderly!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