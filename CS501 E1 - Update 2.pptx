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Proxima Nova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58A513-F785-437C-B996-3501E2E02A43}">
  <a:tblStyle styleId="{E158A513-F785-437C-B996-3501E2E02A4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bab3a369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bab3a369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d248c01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d248c0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9d248c018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9d248c018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9d248c018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9d248c018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9dbe46c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9dbe46c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9d248c018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9d248c018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9c40d9f9_0_2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9c40d9f9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9dbe46c55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9dbe46c5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9dbe46c5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9dbe46c5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9d248c018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9d248c018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742e3e7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742e3e7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9dbe46c5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9dbe46c5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9dbe46c5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9dbe46c5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9d248c018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9d248c018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a52951b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a52951b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cb9a3abeb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cb9a3abe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Wanderly - Update 2</a:t>
            </a:r>
            <a:endParaRPr sz="6000"/>
          </a:p>
        </p:txBody>
      </p:sp>
      <p:sp>
        <p:nvSpPr>
          <p:cNvPr id="105" name="Google Shape;105;p2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Aidan Xu &amp; Shrey Devkar</a:t>
            </a:r>
            <a:endParaRPr/>
          </a:p>
        </p:txBody>
      </p:sp>
      <p:sp>
        <p:nvSpPr>
          <p:cNvPr id="106" name="Google Shape;106;p25"/>
          <p:cNvSpPr txBox="1"/>
          <p:nvPr>
            <p:ph idx="1" type="subTitle"/>
          </p:nvPr>
        </p:nvSpPr>
        <p:spPr>
          <a:xfrm>
            <a:off x="510450" y="4370773"/>
            <a:ext cx="8123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CS501 E1</a:t>
            </a:r>
            <a:endParaRPr sz="1800"/>
          </a:p>
        </p:txBody>
      </p:sp>
      <p:cxnSp>
        <p:nvCxnSpPr>
          <p:cNvPr id="107" name="Google Shape;107;p25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Core Features Currently Implemented</a:t>
            </a:r>
            <a:endParaRPr sz="3600"/>
          </a:p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Location Information &amp; Address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Weather information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Search &amp; Featured Locations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Basic Itinerary Planning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Map</a:t>
            </a:r>
            <a:endParaRPr sz="2400"/>
          </a:p>
        </p:txBody>
      </p:sp>
      <p:pic>
        <p:nvPicPr>
          <p:cNvPr id="114" name="Google Shape;1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400" y="1217350"/>
            <a:ext cx="1586800" cy="353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Implemented External APIs</a:t>
            </a:r>
            <a:endParaRPr sz="3600"/>
          </a:p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OpenWeather API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Weather information for user location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Google Maps/Google Places API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Map and place recommendations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Wikipedia API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Place information</a:t>
            </a:r>
            <a:endParaRPr sz="2400"/>
          </a:p>
        </p:txBody>
      </p:sp>
      <p:pic>
        <p:nvPicPr>
          <p:cNvPr id="121" name="Google Shape;1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128" y="168528"/>
            <a:ext cx="1934800" cy="19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6350" y="1745838"/>
            <a:ext cx="2730349" cy="13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3713" y="3111000"/>
            <a:ext cx="1395624" cy="160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Sensors</a:t>
            </a:r>
            <a:endParaRPr sz="3600"/>
          </a:p>
        </p:txBody>
      </p:sp>
      <p:sp>
        <p:nvSpPr>
          <p:cNvPr id="129" name="Google Shape;129;p28"/>
          <p:cNvSpPr txBox="1"/>
          <p:nvPr>
            <p:ph idx="1" type="body"/>
          </p:nvPr>
        </p:nvSpPr>
        <p:spPr>
          <a:xfrm>
            <a:off x="311700" y="1396375"/>
            <a:ext cx="45690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GPS and Location Services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User location provided via FusedLocationProvider</a:t>
            </a:r>
            <a:endParaRPr sz="2400"/>
          </a:p>
        </p:txBody>
      </p:sp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475" y="3139198"/>
            <a:ext cx="5285650" cy="11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8575" y="475950"/>
            <a:ext cx="188142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Local DB</a:t>
            </a:r>
            <a:endParaRPr sz="3600"/>
          </a:p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311700" y="1396375"/>
            <a:ext cx="42603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Room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Stores place/location information in a cache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Reduce needed API calls and improve performance/speed</a:t>
            </a:r>
            <a:endParaRPr sz="2400"/>
          </a:p>
        </p:txBody>
      </p:sp>
      <p:pic>
        <p:nvPicPr>
          <p:cNvPr id="138" name="Google Shape;1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725" y="269275"/>
            <a:ext cx="3730550" cy="19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421025"/>
            <a:ext cx="4267199" cy="2365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Error Handling</a:t>
            </a:r>
            <a:endParaRPr sz="3600"/>
          </a:p>
        </p:txBody>
      </p:sp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1700" y="1396375"/>
            <a:ext cx="40344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Try-Catch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Done within ViewModels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Used in asynchronous coroutines to gracefully deal with failed API calls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Conditionally render based on available info</a:t>
            </a:r>
            <a:endParaRPr sz="2400"/>
          </a:p>
        </p:txBody>
      </p:sp>
      <p:pic>
        <p:nvPicPr>
          <p:cNvPr id="146" name="Google Shape;14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45025"/>
            <a:ext cx="4260300" cy="1875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9300" y="2571744"/>
            <a:ext cx="34575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7425" y="3178225"/>
            <a:ext cx="3489450" cy="160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>
            <p:ph type="title"/>
          </p:nvPr>
        </p:nvSpPr>
        <p:spPr>
          <a:xfrm>
            <a:off x="265500" y="1816950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154" name="Google Shape;154;p3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MVVM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StateFlow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Database Schema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>
            <p:ph idx="4294967295" type="title"/>
          </p:nvPr>
        </p:nvSpPr>
        <p:spPr>
          <a:xfrm>
            <a:off x="311700" y="445025"/>
            <a:ext cx="4084500" cy="10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MVVM Design</a:t>
            </a:r>
            <a:endParaRPr sz="3600"/>
          </a:p>
        </p:txBody>
      </p:sp>
      <p:sp>
        <p:nvSpPr>
          <p:cNvPr id="160" name="Google Shape;160;p32"/>
          <p:cNvSpPr txBox="1"/>
          <p:nvPr>
            <p:ph idx="4294967295" type="body"/>
          </p:nvPr>
        </p:nvSpPr>
        <p:spPr>
          <a:xfrm>
            <a:off x="311700" y="1630600"/>
            <a:ext cx="41868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UI separated from business logic by ViewModels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ViewModels retrieve data through an intermediate Repository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AutoNum type="arabicPeriod"/>
            </a:pPr>
            <a:r>
              <a:rPr lang="en"/>
              <a:t>Repository acts as the access point to data either by API call or local database/cache</a:t>
            </a:r>
            <a:endParaRPr/>
          </a:p>
        </p:txBody>
      </p:sp>
      <p:sp>
        <p:nvSpPr>
          <p:cNvPr id="161" name="Google Shape;161;p32"/>
          <p:cNvSpPr txBox="1"/>
          <p:nvPr/>
        </p:nvSpPr>
        <p:spPr>
          <a:xfrm>
            <a:off x="5661050" y="493100"/>
            <a:ext cx="22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UI Elements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>
            <a:off x="5661050" y="1502938"/>
            <a:ext cx="22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ViewModel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>
            <a:off x="5661038" y="2554875"/>
            <a:ext cx="22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Repository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>
            <a:off x="6646763" y="3808450"/>
            <a:ext cx="22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External API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65" name="Google Shape;165;p32"/>
          <p:cNvCxnSpPr>
            <a:endCxn id="166" idx="0"/>
          </p:cNvCxnSpPr>
          <p:nvPr/>
        </p:nvCxnSpPr>
        <p:spPr>
          <a:xfrm flipH="1">
            <a:off x="5714538" y="3026350"/>
            <a:ext cx="932100" cy="78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" name="Google Shape;167;p32"/>
          <p:cNvCxnSpPr>
            <a:endCxn id="164" idx="0"/>
          </p:cNvCxnSpPr>
          <p:nvPr/>
        </p:nvCxnSpPr>
        <p:spPr>
          <a:xfrm>
            <a:off x="6968813" y="3011950"/>
            <a:ext cx="820500" cy="7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" name="Google Shape;168;p32"/>
          <p:cNvCxnSpPr>
            <a:stCxn id="162" idx="2"/>
            <a:endCxn id="163" idx="0"/>
          </p:cNvCxnSpPr>
          <p:nvPr/>
        </p:nvCxnSpPr>
        <p:spPr>
          <a:xfrm>
            <a:off x="6803600" y="1964638"/>
            <a:ext cx="0" cy="59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9" name="Google Shape;169;p32"/>
          <p:cNvCxnSpPr/>
          <p:nvPr/>
        </p:nvCxnSpPr>
        <p:spPr>
          <a:xfrm>
            <a:off x="6803600" y="912838"/>
            <a:ext cx="0" cy="59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" name="Google Shape;166;p32"/>
          <p:cNvSpPr txBox="1"/>
          <p:nvPr/>
        </p:nvSpPr>
        <p:spPr>
          <a:xfrm>
            <a:off x="4571988" y="3808450"/>
            <a:ext cx="22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Room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idx="4294967295" type="title"/>
          </p:nvPr>
        </p:nvSpPr>
        <p:spPr>
          <a:xfrm>
            <a:off x="311700" y="445025"/>
            <a:ext cx="4084500" cy="10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StateFlow</a:t>
            </a:r>
            <a:endParaRPr sz="3600"/>
          </a:p>
        </p:txBody>
      </p:sp>
      <p:sp>
        <p:nvSpPr>
          <p:cNvPr id="175" name="Google Shape;175;p33"/>
          <p:cNvSpPr txBox="1"/>
          <p:nvPr>
            <p:ph idx="4294967295" type="body"/>
          </p:nvPr>
        </p:nvSpPr>
        <p:spPr>
          <a:xfrm>
            <a:off x="311700" y="1630600"/>
            <a:ext cx="41868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ViewModels use StateFlow to automatically update UI when state changes</a:t>
            </a:r>
            <a:endParaRPr/>
          </a:p>
        </p:txBody>
      </p:sp>
      <p:pic>
        <p:nvPicPr>
          <p:cNvPr id="176" name="Google Shape;1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0" y="886450"/>
            <a:ext cx="42386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3"/>
          <p:cNvSpPr txBox="1"/>
          <p:nvPr/>
        </p:nvSpPr>
        <p:spPr>
          <a:xfrm>
            <a:off x="4512000" y="424750"/>
            <a:ext cx="378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WeatherViewModel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8" name="Google Shape;17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8500" y="3013675"/>
            <a:ext cx="4292950" cy="618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33"/>
          <p:cNvCxnSpPr>
            <a:stCxn id="176" idx="2"/>
            <a:endCxn id="178" idx="0"/>
          </p:cNvCxnSpPr>
          <p:nvPr/>
        </p:nvCxnSpPr>
        <p:spPr>
          <a:xfrm>
            <a:off x="6631313" y="1810375"/>
            <a:ext cx="13800" cy="120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33"/>
          <p:cNvSpPr txBox="1"/>
          <p:nvPr/>
        </p:nvSpPr>
        <p:spPr>
          <a:xfrm>
            <a:off x="4512000" y="2551975"/>
            <a:ext cx="378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WeatherCard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81" name="Google Shape;181;p33"/>
          <p:cNvCxnSpPr>
            <a:stCxn id="178" idx="2"/>
            <a:endCxn id="182" idx="0"/>
          </p:cNvCxnSpPr>
          <p:nvPr/>
        </p:nvCxnSpPr>
        <p:spPr>
          <a:xfrm>
            <a:off x="6644975" y="3632150"/>
            <a:ext cx="0" cy="69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33"/>
          <p:cNvSpPr txBox="1"/>
          <p:nvPr/>
        </p:nvSpPr>
        <p:spPr>
          <a:xfrm>
            <a:off x="5114513" y="4325200"/>
            <a:ext cx="306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Underlying Composables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Database </a:t>
            </a:r>
            <a:r>
              <a:rPr lang="en" sz="3600"/>
              <a:t>Schema</a:t>
            </a:r>
            <a:endParaRPr sz="3600"/>
          </a:p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11700" y="1396375"/>
            <a:ext cx="39321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Only a single entity so far: PlaceEntity</a:t>
            </a:r>
            <a:endParaRPr sz="2400"/>
          </a:p>
        </p:txBody>
      </p:sp>
      <p:pic>
        <p:nvPicPr>
          <p:cNvPr id="189" name="Google Shape;18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00" y="2483875"/>
            <a:ext cx="3091552" cy="20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4028800" y="1396375"/>
            <a:ext cx="51153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Primary </a:t>
            </a:r>
            <a:r>
              <a:rPr i="1" lang="en" sz="2400"/>
              <a:t>key</a:t>
            </a:r>
            <a:r>
              <a:rPr lang="en" sz="2400"/>
              <a:t> made of the place’s LatLng value and query type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i="1" lang="en" sz="2400"/>
              <a:t>json</a:t>
            </a:r>
            <a:r>
              <a:rPr lang="en" sz="2400"/>
              <a:t> for storing Place object’s info used by Google’s API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i="1" lang="en" sz="2400"/>
              <a:t>timestamp</a:t>
            </a:r>
            <a:r>
              <a:rPr lang="en" sz="2400"/>
              <a:t> stores </a:t>
            </a:r>
            <a:r>
              <a:rPr lang="en" sz="2400"/>
              <a:t>relevance</a:t>
            </a:r>
            <a:r>
              <a:rPr lang="en" sz="2400"/>
              <a:t> of cached place. Cached values older than 24 hours are ignored!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265500" y="1816950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</a:t>
            </a:r>
            <a:endParaRPr/>
          </a:p>
        </p:txBody>
      </p:sp>
      <p:sp>
        <p:nvSpPr>
          <p:cNvPr id="196" name="Google Shape;196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Emulators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LogCat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LLMs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Emulator</a:t>
            </a:r>
            <a:endParaRPr sz="3600"/>
          </a:p>
        </p:txBody>
      </p:sp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11700" y="1396375"/>
            <a:ext cx="42603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great deal of testing was done on an emulator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Test state persistence during reconfiguration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Test location services and GPS for app by changing emulator settings</a:t>
            </a:r>
            <a:endParaRPr sz="2400"/>
          </a:p>
        </p:txBody>
      </p:sp>
      <p:pic>
        <p:nvPicPr>
          <p:cNvPr id="203" name="Google Shape;203;p36"/>
          <p:cNvPicPr preferRelativeResize="0"/>
          <p:nvPr/>
        </p:nvPicPr>
        <p:blipFill rotWithShape="1">
          <a:blip r:embed="rId3">
            <a:alphaModFix/>
          </a:blip>
          <a:srcRect b="0" l="40195" r="0" t="0"/>
          <a:stretch/>
        </p:blipFill>
        <p:spPr>
          <a:xfrm>
            <a:off x="5413775" y="1017725"/>
            <a:ext cx="3223126" cy="3031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LogCat</a:t>
            </a:r>
            <a:endParaRPr sz="3600"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311700" y="1396375"/>
            <a:ext cx="42603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System logs provided by a device/emulator to trace errors and messages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Log.e()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Log.d()</a:t>
            </a:r>
            <a:endParaRPr sz="2400"/>
          </a:p>
        </p:txBody>
      </p:sp>
      <p:pic>
        <p:nvPicPr>
          <p:cNvPr id="210" name="Google Shape;21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07400"/>
            <a:ext cx="4204124" cy="102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AI For Debugging</a:t>
            </a:r>
            <a:endParaRPr sz="3600"/>
          </a:p>
        </p:txBody>
      </p:sp>
      <p:sp>
        <p:nvSpPr>
          <p:cNvPr id="216" name="Google Shape;216;p38"/>
          <p:cNvSpPr txBox="1"/>
          <p:nvPr>
            <p:ph idx="1" type="body"/>
          </p:nvPr>
        </p:nvSpPr>
        <p:spPr>
          <a:xfrm>
            <a:off x="311700" y="1396375"/>
            <a:ext cx="48660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Android SDK provides Gemini companion for development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Can trace LogCat to find reasons for bugs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Provide </a:t>
            </a:r>
            <a:r>
              <a:rPr lang="en" sz="2400"/>
              <a:t>potential</a:t>
            </a:r>
            <a:r>
              <a:rPr lang="en" sz="2400"/>
              <a:t> solutions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Handle dependencies and versions</a:t>
            </a:r>
            <a:endParaRPr sz="2400"/>
          </a:p>
        </p:txBody>
      </p:sp>
      <p:pic>
        <p:nvPicPr>
          <p:cNvPr id="217" name="Google Shape;21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925" y="542375"/>
            <a:ext cx="2029375" cy="20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5987" y="2740575"/>
            <a:ext cx="1753251" cy="175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265500" y="1816950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Workflow</a:t>
            </a:r>
            <a:endParaRPr/>
          </a:p>
        </p:txBody>
      </p:sp>
      <p:sp>
        <p:nvSpPr>
          <p:cNvPr id="224" name="Google Shape;224;p3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graphicFrame>
        <p:nvGraphicFramePr>
          <p:cNvPr id="225" name="Google Shape;225;p39"/>
          <p:cNvGraphicFramePr/>
          <p:nvPr/>
        </p:nvGraphicFramePr>
        <p:xfrm>
          <a:off x="4885900" y="58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{E158A513-F785-437C-B996-3501E2E02A43}</a:tableStyleId>
              </a:tblPr>
              <a:tblGrid>
                <a:gridCol w="851075"/>
                <a:gridCol w="1214650"/>
                <a:gridCol w="1824875"/>
              </a:tblGrid>
              <a:tr h="134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Team Member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Areas of Responsibility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Key Contributions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34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Aidan Xu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Home Page &amp; Maps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Developed Home Page recommendation logic, "Interesting Places" feed, and Map view integration using Google Places API.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Shrey Devkar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Itinerary Page</a:t>
                      </a:r>
                      <a:r>
                        <a:rPr lang="en" sz="1100">
                          <a:solidFill>
                            <a:schemeClr val="lt1"/>
                          </a:solidFill>
                        </a:rPr>
                        <a:t> &amp; User Profile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Architected the entire </a:t>
                      </a: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Itinerary Planning</a:t>
                      </a:r>
                      <a:r>
                        <a:rPr lang="en" sz="1100">
                          <a:solidFill>
                            <a:schemeClr val="lt1"/>
                          </a:solidFill>
                        </a:rPr>
                        <a:t> feature (logic, state management, and UI) and the </a:t>
                      </a: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User Profile</a:t>
                      </a:r>
                      <a:r>
                        <a:rPr lang="en" sz="1100">
                          <a:solidFill>
                            <a:schemeClr val="lt1"/>
                          </a:solidFill>
                        </a:rPr>
                        <a:t> page.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Stretch</a:t>
            </a:r>
            <a:r>
              <a:rPr lang="en" sz="3600"/>
              <a:t> Goals</a:t>
            </a:r>
            <a:endParaRPr sz="3600"/>
          </a:p>
        </p:txBody>
      </p:sp>
      <p:sp>
        <p:nvSpPr>
          <p:cNvPr id="231" name="Google Shape;231;p40"/>
          <p:cNvSpPr txBox="1"/>
          <p:nvPr>
            <p:ph idx="1" type="body"/>
          </p:nvPr>
        </p:nvSpPr>
        <p:spPr>
          <a:xfrm>
            <a:off x="311700" y="1396375"/>
            <a:ext cx="81480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initial vision for Wanderly was broad, but we have prioritized core stability and data persistence over "flashy" social features.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Status: Descoping Social Features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have officially descoped the "Social Media" aspect (Friends lists, Public Photo Feed).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Reasoning: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Implementing a secure, real-time social backend would detract from the core mission of being a high-performance personal travel assistant.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Status: In-Progress / Potential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Itinerary Export: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Capability to export the planned itinerary to a PDF or calendar format.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Offline Mode: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Enhancing the Room database to allow full itinerary viewing even when the user loses signal.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Filtering: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Sorting recommendations by specific categories (e.g., museums vs. parks) rather than just proximity.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